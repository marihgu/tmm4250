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8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7A85-C066-45DC-9786-0CDFB2676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40B76-CF4E-4A62-B3D8-839A56332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D83E8-2A5F-47C3-B0BE-A22FEA31A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B057D-9C04-4EE5-91B3-8B4B6C0B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9BD65-FB22-4397-AD12-3A35C2E8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42598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42FC6-3858-42BF-8D83-1A47A381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C685F-78B9-47F6-B7EA-053BD125C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7103F-6596-480C-BC46-C92D9F28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0B740-82B9-4C47-BBD6-2467E71F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3B9AB-A590-45C8-AE51-40300309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0602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D9B6-2265-436C-ABBE-634EE304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B510F-AC4A-4372-93B1-0044374F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E17B2-FE02-42E6-9901-F7257E6F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08F84-3950-41DA-9A9F-F9FEBD880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84826-C62A-4C8C-A22A-5D3B1CD8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4569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D349-223B-4BA6-93CD-4AAC1150F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BFA0-1D27-4CA1-B932-B8DBF7811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D9AD4-EA19-4389-90A6-2F44900ED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183EA-9ACA-4F96-9F96-CF3A2E8B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F3189-C60B-446C-8574-C891F9E8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26C2C-BC0C-4FA9-A689-1D26A4A0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4765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24AF-25CF-4C9B-A34D-AF86E6DD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6F529-8E5F-42DB-874F-4FA350C74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4FA89-E755-483B-B3EC-332B483DC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1808D-7EA6-4B1F-B0A8-E9AC782BC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767D0-31DC-49A0-80BD-52738A5F8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03EF8-4939-40DE-B113-90415C6AC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0B8FD7-757B-4782-8A17-FFDD5B5C1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9975FA-1366-4B84-B7DE-EA3D0F3A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524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58FE-7A9D-497A-B975-9A97613C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C412A7-6FA7-4A1A-B493-B86780F8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0DCCD2-BD2D-448F-8324-58879FF3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612BD-641F-44E6-A7BD-080538EE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658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A31C1F-E11B-47E6-989C-399EF4A0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18255-5840-4533-B09D-0D79F5750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43218-11BC-422E-8590-7118506E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32560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7416-2E5C-47D0-ACC4-744A3E8E9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F510-0CDE-41B3-A0FC-95290F17C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34BAD-3809-409B-AB46-2A8CE05A3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62775-7269-4C4F-9553-9CFDE8BE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391A2-4CA0-4FFC-BAA5-C1E1EF96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4DF7A-516D-4DDD-9635-C91F57C08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6843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D7FC-D1F3-4FA0-A7FB-C826F931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505FC-A4A3-447D-9A79-90FA4F16A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6BF9F-C1E3-408F-AB45-8090F9FEC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23AE5-B2F8-4F46-A808-64A3CE638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0FC41-3D86-4856-AA3F-24F40B6D3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EB0FA-99C8-4F77-97ED-AE610EA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9836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238D-0565-4B95-BA20-20410B65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6E78D-1369-4D07-A7E7-FCAB1CB50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3718B-110B-46FB-BBB7-66F8D291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CB66C-4902-42DB-8242-90534CC0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A1515-DDF9-479F-B508-5392F3EC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9495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53958-8996-4278-96AC-374555503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8E1E2-50C6-4670-8E06-BB2705105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A81F2-0FB6-4827-ADF8-7EA44B350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16854-C088-408E-9973-7A8D751B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12001-D1E9-454F-9EA7-49A82875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88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8D9B1-026F-4AE4-A6D2-3CB2BB18E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306E4-2E2E-48A3-9607-8A4BA14A2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281AE-3440-4A4E-ABA9-C5E501969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07C36-FA93-4A29-8816-B99C31E3885C}" type="datetimeFigureOut">
              <a:rPr lang="nb-NO" smtClean="0"/>
              <a:t>23.09.2025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255E6-4031-4700-A7D1-12E56C2C6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DEA20-0A05-4BA5-AE6F-92EBCE636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615FA-2E88-4F2C-9A64-7A1BF9AAD9C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562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91CA-4827-2849-9F5B-A86F03E0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Open «</a:t>
            </a:r>
            <a:r>
              <a:rPr lang="nb-NO" dirty="0" err="1"/>
              <a:t>Results.vtu</a:t>
            </a:r>
            <a:r>
              <a:rPr lang="nb-NO" dirty="0"/>
              <a:t>» in </a:t>
            </a:r>
            <a:r>
              <a:rPr lang="nb-NO" dirty="0" err="1"/>
              <a:t>ParaView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26568-47BC-953A-68AF-D4E1E832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- File / Open …</a:t>
            </a:r>
          </a:p>
          <a:p>
            <a:pPr marL="0" indent="0">
              <a:buNone/>
            </a:pPr>
            <a:r>
              <a:rPr lang="nb-NO" dirty="0"/>
              <a:t>	Select </a:t>
            </a:r>
            <a:r>
              <a:rPr lang="nb-NO" dirty="0" err="1"/>
              <a:t>the</a:t>
            </a:r>
            <a:r>
              <a:rPr lang="nb-NO" dirty="0"/>
              <a:t> file «</a:t>
            </a:r>
            <a:r>
              <a:rPr lang="nb-NO" dirty="0" err="1"/>
              <a:t>Results.vtu</a:t>
            </a:r>
            <a:r>
              <a:rPr lang="nb-NO" dirty="0"/>
              <a:t>»</a:t>
            </a:r>
          </a:p>
          <a:p>
            <a:pPr marL="0" indent="0">
              <a:buNone/>
            </a:pPr>
            <a:r>
              <a:rPr lang="nb-NO" dirty="0"/>
              <a:t>- Press green «</a:t>
            </a:r>
            <a:r>
              <a:rPr lang="nb-NO" dirty="0" err="1"/>
              <a:t>Apply</a:t>
            </a:r>
            <a:r>
              <a:rPr lang="nb-NO" dirty="0"/>
              <a:t>» 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- Select Surface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edges</a:t>
            </a:r>
            <a:r>
              <a:rPr lang="nb-NO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53307-48E4-667F-E9C9-FCDB49214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316" y="2829344"/>
            <a:ext cx="3352381" cy="828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2EA89-6EEE-E5B2-2254-A0B71FC6E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316" y="3854780"/>
            <a:ext cx="3200000" cy="2933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1F1F0D-723D-DEB0-8FF3-2E2DE106C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8191" y="6492875"/>
            <a:ext cx="3323809" cy="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3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91CA-4827-2849-9F5B-A86F03E0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Open «</a:t>
            </a:r>
            <a:r>
              <a:rPr lang="nb-NO" dirty="0" err="1"/>
              <a:t>Results.vtu</a:t>
            </a:r>
            <a:r>
              <a:rPr lang="nb-NO" dirty="0"/>
              <a:t>» in </a:t>
            </a:r>
            <a:r>
              <a:rPr lang="nb-NO" dirty="0" err="1"/>
              <a:t>ParaView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26568-47BC-953A-68AF-D4E1E832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- Select «Warp by </a:t>
            </a:r>
            <a:r>
              <a:rPr lang="nb-NO" dirty="0" err="1"/>
              <a:t>vector</a:t>
            </a:r>
            <a:r>
              <a:rPr lang="nb-NO" dirty="0"/>
              <a:t>» </a:t>
            </a:r>
          </a:p>
          <a:p>
            <a:pPr marL="0" indent="0">
              <a:buNone/>
            </a:pPr>
            <a:r>
              <a:rPr lang="nb-NO" dirty="0"/>
              <a:t>	</a:t>
            </a:r>
            <a:r>
              <a:rPr lang="nb-NO" dirty="0" err="1"/>
              <a:t>remember</a:t>
            </a:r>
            <a:r>
              <a:rPr lang="nb-NO" dirty="0"/>
              <a:t> «</a:t>
            </a:r>
            <a:r>
              <a:rPr lang="nb-NO" dirty="0" err="1"/>
              <a:t>Apply</a:t>
            </a:r>
            <a:r>
              <a:rPr lang="nb-NO" dirty="0"/>
              <a:t>»</a:t>
            </a:r>
          </a:p>
          <a:p>
            <a:pPr marL="0" indent="0">
              <a:buNone/>
            </a:pPr>
            <a:r>
              <a:rPr lang="nb-NO" dirty="0"/>
              <a:t>	</a:t>
            </a:r>
            <a:r>
              <a:rPr lang="nb-NO" dirty="0" err="1"/>
              <a:t>reselect</a:t>
            </a:r>
            <a:r>
              <a:rPr lang="nb-NO" dirty="0"/>
              <a:t> «Surface </a:t>
            </a:r>
            <a:r>
              <a:rPr lang="nb-NO" dirty="0" err="1"/>
              <a:t>with</a:t>
            </a:r>
            <a:r>
              <a:rPr lang="nb-NO" dirty="0"/>
              <a:t> Edges»</a:t>
            </a:r>
          </a:p>
          <a:p>
            <a:pPr marL="0" indent="0">
              <a:buNone/>
            </a:pPr>
            <a:r>
              <a:rPr lang="nb-NO" dirty="0"/>
              <a:t>	</a:t>
            </a:r>
            <a:r>
              <a:rPr lang="nb-NO" dirty="0" err="1"/>
              <a:t>set</a:t>
            </a:r>
            <a:r>
              <a:rPr lang="nb-NO" dirty="0"/>
              <a:t> «</a:t>
            </a:r>
            <a:r>
              <a:rPr lang="nb-NO" dirty="0" err="1"/>
              <a:t>Scale</a:t>
            </a:r>
            <a:r>
              <a:rPr lang="nb-NO" dirty="0"/>
              <a:t> </a:t>
            </a:r>
            <a:r>
              <a:rPr lang="nb-NO" dirty="0" err="1"/>
              <a:t>Factor</a:t>
            </a:r>
            <a:r>
              <a:rPr lang="nb-NO" dirty="0"/>
              <a:t>» to 15.0-ish</a:t>
            </a:r>
          </a:p>
          <a:p>
            <a:pPr>
              <a:buFontTx/>
              <a:buChar char="-"/>
            </a:pPr>
            <a:r>
              <a:rPr lang="nb-NO" dirty="0"/>
              <a:t>Select «</a:t>
            </a:r>
            <a:r>
              <a:rPr lang="nb-NO" dirty="0" err="1"/>
              <a:t>Coloring</a:t>
            </a:r>
            <a:r>
              <a:rPr lang="nb-NO" dirty="0"/>
              <a:t>» to «stress»</a:t>
            </a:r>
          </a:p>
          <a:p>
            <a:pPr lvl="1">
              <a:buFontTx/>
              <a:buChar char="-"/>
            </a:pPr>
            <a:r>
              <a:rPr lang="nb-NO" dirty="0" err="1"/>
              <a:t>X</a:t>
            </a:r>
            <a:r>
              <a:rPr lang="nb-NO" dirty="0"/>
              <a:t> is </a:t>
            </a:r>
            <a:r>
              <a:rPr lang="nb-NO" dirty="0" err="1"/>
              <a:t>sigma_xx</a:t>
            </a:r>
            <a:endParaRPr lang="nb-NO" dirty="0"/>
          </a:p>
          <a:p>
            <a:pPr lvl="1">
              <a:buFontTx/>
              <a:buChar char="-"/>
            </a:pPr>
            <a:r>
              <a:rPr lang="nb-NO" dirty="0"/>
              <a:t>Y is </a:t>
            </a:r>
            <a:r>
              <a:rPr lang="nb-NO" dirty="0" err="1"/>
              <a:t>sigma_yy</a:t>
            </a:r>
            <a:endParaRPr lang="nb-NO" dirty="0"/>
          </a:p>
          <a:p>
            <a:pPr lvl="1">
              <a:buFontTx/>
              <a:buChar char="-"/>
            </a:pPr>
            <a:r>
              <a:rPr lang="nb-NO" dirty="0"/>
              <a:t>Z is </a:t>
            </a:r>
            <a:r>
              <a:rPr lang="nb-NO" dirty="0" err="1"/>
              <a:t>tau_xy</a:t>
            </a:r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03D059-C3C8-FD0F-8DC6-4BB43A9F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909" y="1373788"/>
            <a:ext cx="3619048" cy="15428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909981-DBBC-B527-54CE-88C49438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909" y="3232557"/>
            <a:ext cx="3400000" cy="3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67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Open «Results.vtu» in ParaView</vt:lpstr>
      <vt:lpstr>Open «Results.vtu» in ParaView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stuff</dc:title>
  <dc:creator>Bjørn Haugen</dc:creator>
  <cp:lastModifiedBy>Bjørn Haugen</cp:lastModifiedBy>
  <cp:revision>8</cp:revision>
  <dcterms:created xsi:type="dcterms:W3CDTF">2019-11-26T22:35:46Z</dcterms:created>
  <dcterms:modified xsi:type="dcterms:W3CDTF">2025-09-23T11:56:18Z</dcterms:modified>
</cp:coreProperties>
</file>